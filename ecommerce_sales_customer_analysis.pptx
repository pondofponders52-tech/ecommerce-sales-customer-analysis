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1A3F-9B39-00E4-CF79-D7EBCF542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079DD-0384-1473-0569-0C6D17D0E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DB339-22C4-9792-FFB1-C51DAE33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55DAE-DCBB-B880-140C-CA2E1005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1B5A-4DFF-D3DE-6084-0072239C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9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954A-8A07-08EC-0431-B707642E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7E68-42D0-0404-22E9-A1BD83C1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E8EF6-9DAA-02A7-1CE7-8742FB1A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B1D9-3614-9117-8AC0-BE28058C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520AA-6745-307C-D0EC-7E97083F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3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9F98-595D-A915-3248-5ABC3B56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902D9-A724-F964-3112-650C9F51E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2E1BC-D7DC-0193-1430-BB859191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6FAD0-18B7-2021-3E68-9E916BC4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574A7-3CA5-B4E6-4F93-42AC9CA4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8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F0DB-CDC5-C9E2-8E36-AF50B89B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4C9AA-7686-5460-39E2-8BB9B49C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51B11-1FB6-3810-2423-74C308A6F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55FB4-ECBD-6E1A-A717-90963E6E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F5BE1-996C-2340-499B-5F2362D3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EBC8D-C479-E4EE-06E9-24A88BB2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6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93CE-D21C-B7F8-7D89-2F54735F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E8E4F-3825-4A31-8E83-85755E368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72B30-D09B-AD98-4950-A8FAFF1E2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249B2-6A16-F5D9-A81A-BB8CD4E95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C7CE3B-BC4B-36A6-5D78-AFAAF1C0B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92BA7-CCAE-263A-E1B7-D6D3E905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445D6-89E3-D163-AA9A-80017031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81F9F-765C-DAB3-C3C1-7022E20A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0781-7D98-7FC7-273F-3014E16D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13D749-405F-14AD-074B-F04F909E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51483-7CBA-54ED-F667-DF69EB78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DEA6E-53A1-06C1-D965-61B20F2D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3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1D79E-EBE2-13AE-8316-19F48BEB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8CFF7-2ED9-510A-C651-C81CD211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CBB7E-304F-8740-F12E-C0E738E97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4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7D65-F167-EDA9-D3B0-25501549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FFA5E-6FED-BC65-6D15-06C251B06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52ED8-2750-FCF5-6099-799583CA0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AD008-863D-95F3-F75A-03A89148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5712D-653B-09FA-DB73-82F63B06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9A7E6-D7FC-7D45-C658-8159DF33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84DE-7C0D-8C09-ED85-73003AB4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6930C0-6199-8511-C472-59B432C07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F740-2B41-B493-5412-B804B3245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7C603-93E7-2335-A11A-20B58EB3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67D11-0796-44B0-98C3-C358389B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E6168-2E24-24A7-BFAE-61A11C41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3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2D1F-5A08-089B-50F6-3A4F0567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E7169-B2E3-5A3B-1773-12F151F73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A7B1D-9C37-3004-964B-6F772DF0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DADEA-E1E4-5363-DF71-2567722F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4702-94B8-49FB-0B26-A1976751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9D47F-4752-C3FF-B03B-B24ED46E4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9A843-6C29-5C5F-3F52-2303C616B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985FE-EF72-F24C-7634-96069000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7121-A58C-B32A-2957-1606B966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3CDF2-8BD3-F874-6216-90A53DBC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7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16508-F987-7B25-606B-F67400E0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C7A6C-9AF8-302A-3C5A-E2146573C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70BE9-2842-AC5F-5FB7-A65BCFAC1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7235B-64C8-4625-83DF-6308B93C323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AAD5-0915-52EA-01DA-7A12E5AFF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02116-C4F0-51CA-4B8C-F01983902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FCDC6-B197-412F-AF02-C94A13EA0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8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81F285-57CB-F6A5-19DB-D2D9C0B15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1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B201E3-87B3-1516-02FE-7E6E38536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4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E79F22-C463-496F-B8E2-1951E9614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5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23117-2131-3A11-E889-C3E3A4119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5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77D0A8-6107-58E0-FF47-9685F0D43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4F459B-2B57-D7F5-E4ED-7C951AE8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5" y="1565438"/>
            <a:ext cx="11070210" cy="500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8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3E050A-2903-3EE3-8CE4-CC7C7F5A2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9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F3AA05-81F3-087E-E2A1-DC29A90BA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CAB98-CBF1-5810-C86D-C2DEA168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938" y="2111603"/>
            <a:ext cx="4303508" cy="3638747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4256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824556-EAB7-0D34-5C5D-209AE3F71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F88BD-0612-77C3-440E-11EF83B2F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42" y="4001381"/>
            <a:ext cx="4849943" cy="2324301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6F767-473B-D102-E1D8-012A34DD3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29" y="4001380"/>
            <a:ext cx="5039428" cy="2324301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124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6ACA30-C211-C0DA-0275-587A9A175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5D072-F6F1-0CC4-04E2-6948E7A7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698" y="4020399"/>
            <a:ext cx="3292125" cy="2339543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40ECCB-68C3-829E-1134-D8BAC7780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177" y="3941700"/>
            <a:ext cx="4340339" cy="2418242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177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0ECC70-0CDB-7AE0-DC4B-54BF70D99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B3A74C-65D3-8BBE-7DE7-FC409150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783" y="2236564"/>
            <a:ext cx="3769444" cy="2985885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9341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339655-084B-11F5-CD8F-301EE3C06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F35CC1-CF31-0FA3-176A-59D188C2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35" y="1365628"/>
            <a:ext cx="10127530" cy="5239106"/>
          </a:xfrm>
          <a:prstGeom prst="rect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1266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9CD267-05F8-4570-97BA-E85576693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57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E6793A-A30C-29F6-F42B-5CAF4972B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5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12022B-CFA5-5292-E2C8-F1875975B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tuhina ghosh</dc:creator>
  <cp:lastModifiedBy>tuhina ghosh</cp:lastModifiedBy>
  <cp:revision>1</cp:revision>
  <dcterms:created xsi:type="dcterms:W3CDTF">2025-11-23T18:54:31Z</dcterms:created>
  <dcterms:modified xsi:type="dcterms:W3CDTF">2025-11-23T18:54:32Z</dcterms:modified>
</cp:coreProperties>
</file>